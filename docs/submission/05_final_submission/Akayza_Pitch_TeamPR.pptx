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fee because we bring them more orders, paid up front.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'We comply with the law by design, POPIA for example, not as an afterthought. We collect only what we need or can verify. Only the owner sees their data. We never touch card numbers or hold money. Nothing personal goes into logs. Nothing is shared without consent. And we're honest about proof: only digital payments verified by the provider count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fee for more orders from the businesses they already serve, paid up front, with no cash lost on the road.</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Frontend: 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Backend: 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Digital payments</a:t>
            </a:r>
            <a:endParaRPr lang="en-US" sz="130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PayFast,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Media</a:t>
            </a:r>
            <a:endParaRPr lang="en-US" sz="130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Cloudinary: private photos stay private, public ones signed</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Mapbox</a:t>
            </a:r>
            <a:endParaRPr lang="en-US" sz="130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Supplier engine</a:t>
            </a:r>
            <a:endParaRPr lang="en-US" sz="130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Complying with the law, by design</a:t>
            </a:r>
            <a:endParaRPr lang="en-US" sz="3200" dirty="0"/>
          </a:p>
        </p:txBody>
      </p:sp>
      <p:sp>
        <p:nvSpPr>
          <p:cNvPr id="4" name="Text 2"/>
          <p:cNvSpPr txBox="1"/>
          <p:nvPr/>
        </p:nvSpPr>
        <p:spPr>
          <a:xfrm>
            <a:off x="548640" y="1298448"/>
            <a:ext cx="11064240" cy="3657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For example POPIA, South Africa's privacy law, and PCI DSS for card payments. Their data stays theirs.</a:t>
            </a:r>
            <a:endParaRPr lang="en-US" sz="1500" dirty="0"/>
          </a:p>
        </p:txBody>
      </p:sp>
      <p:sp>
        <p:nvSpPr>
          <p:cNvPr id="5" name="Shape 3"/>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6" name="Shape 4"/>
          <p:cNvSpPr/>
          <p:nvPr/>
        </p:nvSpPr>
        <p:spPr>
          <a:xfrm>
            <a:off x="822960" y="1993392"/>
            <a:ext cx="603504" cy="603504"/>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8" name="Text 5"/>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9" name="Text 6"/>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10" name="Shape 7"/>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1" name="Shape 8"/>
          <p:cNvSpPr/>
          <p:nvPr/>
        </p:nvSpPr>
        <p:spPr>
          <a:xfrm>
            <a:off x="4572000" y="1993392"/>
            <a:ext cx="603504" cy="603504"/>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3" name="Text 9"/>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4" name="Text 10"/>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5" name="Shape 11"/>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6" name="Shape 12"/>
          <p:cNvSpPr/>
          <p:nvPr/>
        </p:nvSpPr>
        <p:spPr>
          <a:xfrm>
            <a:off x="8321040" y="1993392"/>
            <a:ext cx="603504" cy="603504"/>
          </a:xfrm>
          <a:prstGeom prst="ellipse">
            <a:avLst/>
          </a:prstGeom>
          <a:solidFill>
            <a:srgbClr val="1E2B45"/>
          </a:solidFill>
          <a:ln w="19050">
            <a:solidFill>
              <a:srgbClr val="FBBF24"/>
            </a:solidFill>
            <a:prstDash val="solid"/>
          </a:ln>
        </p:spPr>
      </p:sp>
      <p:pic>
        <p:nvPicPr>
          <p:cNvPr id="17"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8" name="Text 13"/>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9" name="Text 14"/>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20" name="Shape 15"/>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1" name="Shape 16"/>
          <p:cNvSpPr/>
          <p:nvPr/>
        </p:nvSpPr>
        <p:spPr>
          <a:xfrm>
            <a:off x="822960" y="3913632"/>
            <a:ext cx="603504" cy="603504"/>
          </a:xfrm>
          <a:prstGeom prst="ellipse">
            <a:avLst/>
          </a:prstGeom>
          <a:solidFill>
            <a:srgbClr val="1E2B45"/>
          </a:solidFill>
          <a:ln w="19050">
            <a:solidFill>
              <a:srgbClr val="10B981"/>
            </a:solidFill>
            <a:prstDash val="solid"/>
          </a:ln>
        </p:spPr>
      </p:sp>
      <p:pic>
        <p:nvPicPr>
          <p:cNvPr id="22"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3" name="Text 17"/>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4" name="Text 18"/>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5" name="Shape 19"/>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6" name="Shape 20"/>
          <p:cNvSpPr/>
          <p:nvPr/>
        </p:nvSpPr>
        <p:spPr>
          <a:xfrm>
            <a:off x="4572000" y="3913632"/>
            <a:ext cx="603504" cy="603504"/>
          </a:xfrm>
          <a:prstGeom prst="ellipse">
            <a:avLst/>
          </a:prstGeom>
          <a:solidFill>
            <a:srgbClr val="1E2B45"/>
          </a:solidFill>
          <a:ln w="19050">
            <a:solidFill>
              <a:srgbClr val="10B981"/>
            </a:solidFill>
            <a:prstDash val="solid"/>
          </a:ln>
        </p:spPr>
      </p:sp>
      <p:pic>
        <p:nvPicPr>
          <p:cNvPr id="27"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8" name="Text 21"/>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9" name="Text 22"/>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30" name="Shape 23"/>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1" name="Shape 24"/>
          <p:cNvSpPr/>
          <p:nvPr/>
        </p:nvSpPr>
        <p:spPr>
          <a:xfrm>
            <a:off x="8321040" y="3913632"/>
            <a:ext cx="603504" cy="603504"/>
          </a:xfrm>
          <a:prstGeom prst="ellipse">
            <a:avLst/>
          </a:prstGeom>
          <a:solidFill>
            <a:srgbClr val="1E2B45"/>
          </a:solidFill>
          <a:ln w="19050">
            <a:solidFill>
              <a:srgbClr val="10B981"/>
            </a:solidFill>
            <a:prstDash val="solid"/>
          </a:ln>
        </p:spPr>
      </p:sp>
      <p:pic>
        <p:nvPicPr>
          <p:cNvPr id="32"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3" name="Text 25"/>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4" name="Text 26"/>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5" name="Shape 27"/>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6" name="Text 28"/>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digital payments verified by the payment provider count as proof. Everything else is the owner's own record, and is never added to it.</a:t>
            </a:r>
            <a:endParaRPr lang="en-US" sz="1300" dirty="0"/>
          </a:p>
        </p:txBody>
      </p:sp>
      <p:pic>
        <p:nvPicPr>
          <p:cNvPr id="37"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8" name="Text 2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 and ready for tomorrow.</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Team PR</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2026-09-27T05:24:44Z</dcterms:created>
  <dcterms:modified xsi:type="dcterms:W3CDTF">2026-09-27T05:24:44Z</dcterms:modified>
</cp:coreProperties>
</file>